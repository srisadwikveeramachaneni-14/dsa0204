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1" r:id="rId3"/>
    <p:sldId id="273" r:id="rId5"/>
    <p:sldId id="312" r:id="rId6"/>
    <p:sldId id="303" r:id="rId7"/>
    <p:sldId id="292" r:id="rId8"/>
    <p:sldId id="260" r:id="rId9"/>
    <p:sldId id="261" r:id="rId10"/>
    <p:sldId id="315" r:id="rId11"/>
    <p:sldId id="318" r:id="rId12"/>
    <p:sldId id="319" r:id="rId13"/>
    <p:sldId id="317" r:id="rId14"/>
    <p:sldId id="320" r:id="rId15"/>
    <p:sldId id="305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B02FD-14F7-4F3A-BEAA-148A57A5B91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F7CA-7619-411D-B2A0-18B4C1376A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b4526a9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6" name="Google Shape;126;g382b4526a9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79DE4-ED9B-4899-8863-9D6EE649D38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0BB1A-948A-4AAD-91C1-B18B809890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099" y="1458244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 : Smart Railway Track Crack Detection Using Computer Vision,YOLOv12,U-Net++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DSA0204 - Computer Vision with OpenCV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solidFill>
                <a:srgbClr val="C00000"/>
              </a:solidFill>
            </a:endParaRPr>
          </a:p>
        </p:txBody>
      </p:sp>
      <p:pic>
        <p:nvPicPr>
          <p:cNvPr id="2050" name="Picture 2" descr="SIMATS ENGINEERING —BIOTECHNOLOG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8463" y="4231535"/>
            <a:ext cx="5383527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GUIDED BY: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Dr. </a:t>
            </a:r>
            <a:r>
              <a:rPr lang="en-US" altLang="en-IN" sz="2400" dirty="0">
                <a:latin typeface="Times New Roman" panose="02020603050405020304"/>
                <a:cs typeface="Times New Roman" panose="02020603050405020304"/>
              </a:rPr>
              <a:t>G.A.Senthil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SIMATS ENGINEERING</a:t>
            </a:r>
            <a:endParaRPr lang="en-IN" sz="24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CHENNAI</a:t>
            </a:r>
            <a:endParaRPr lang="en-IN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23967" y="4416201"/>
            <a:ext cx="4618267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 BY: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  <a:t>V.Sri Sadhvik(192424289).</a:t>
            </a:r>
            <a:b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</a:br>
            <a: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  <a:t>K.Sampath Reddy(192424295).</a:t>
            </a:r>
            <a:endParaRPr lang="en-US" altLang="en-IN" sz="2400" spc="-25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2400" spc="-25" dirty="0">
                <a:latin typeface="Times New Roman" panose="02020603050405020304"/>
                <a:cs typeface="Times New Roman" panose="02020603050405020304"/>
              </a:rPr>
              <a:t>G.Kushwanth (192424150).</a:t>
            </a:r>
            <a:endParaRPr lang="en-US" altLang="en-US" sz="2400" spc="-25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508" y="491481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62944" y="1987025"/>
            <a:ext cx="1044924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transportation is one of the safest and most widely used modes of transport worldwide.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tracks continuously experience heavy loads, weather effects, and material fatigue.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cracks can gradually grow into major defects, leading to derailments and accidents.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inspections are slow, labor-intensive, expensive, and prone to human error.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Computer Vision enable automated, faster, and more accurate inspections.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YOLOv12 for defect detection and U-Net++ for precise crack segmentation.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supports real-time monitoring and predictive railway maintenance.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1673" y="355856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2027" y="0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1938" y="17422"/>
            <a:ext cx="1520062" cy="134289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591" y="1451113"/>
          <a:ext cx="11261035" cy="520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207"/>
                <a:gridCol w="2252207"/>
                <a:gridCol w="2252207"/>
                <a:gridCol w="2252207"/>
                <a:gridCol w="2252207"/>
              </a:tblGrid>
              <a:tr h="58859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Techniques Used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19563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(2024)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Railway Surface Defect Detection Using YOLO-Based Deep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object detection, Computer Vision, CNN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high-speed railway defect detection with improved accuracy and real-time performance.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Pixel-level crack segmentation and severity analysis were not included.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358678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Zou et al. (2023)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Railway Track Inspection Using Computer Vision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Image Processing, Feature Extraction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railway inspection reduced manual effort and improved detection accuracy.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performance under poor lighting and adverse weather conditions.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19563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 (2023)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Railway Crack Segmentation Using U-Net++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U-Net++, Semantic Segmentation, Data Augmentation</a:t>
                      </a:r>
                      <a:endParaRPr lang="fr-F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U-Net++ produced accurate crack boundary segmentation with high IoU scores.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object detection and integrated monitoring systems were not implemented.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69554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 (2024)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Predictive Maintenance for Railway Infrastructure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IoT Sensors, Predictive Analytics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enabled early fault detection and optimized maintenance scheduling.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sensor data rather than image-based crack detection.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508" y="443991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52711" y="3139016"/>
            <a:ext cx="530915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22564" y="2022706"/>
            <a:ext cx="933366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 inspection mainly depends on manual visual inspections.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cracks are often difficult to identify during routine inspections.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crack detection increases maintenance costs and safety risks.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inspection methods require specialized vehicles and skilled personnel.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such as rain, dust, and poor lighting reduce inspection accuracy.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continuous monitoring may result in unexpected railway failures.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automated, and real-time crack detection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43727" y="418579"/>
            <a:ext cx="9072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10 best factors to consider to choose a WordPress theme"/>
          <p:cNvPicPr>
            <a:picLocks noChangeAspect="1"/>
          </p:cNvPicPr>
          <p:nvPr/>
        </p:nvPicPr>
        <p:blipFill>
          <a:blip r:embed="rId3"/>
          <a:srcRect t="451" r="-323" b="303"/>
          <a:stretch>
            <a:fillRect/>
          </a:stretch>
        </p:blipFill>
        <p:spPr>
          <a:xfrm>
            <a:off x="8241827" y="1997942"/>
            <a:ext cx="3490324" cy="3658948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05924" y="1997942"/>
            <a:ext cx="74359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railway crack detection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identify railway track defects from images and videos.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cracks accurately using YOLOv12.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pixel-level crack segmentation using U-Net++.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crack severity for maintenance prioritization.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automatic alerts for railway authorities.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railway safety while reducing inspection time and operational costs.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255400" y="7211"/>
            <a:ext cx="9681200" cy="13933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01:Railway Track Image Acquisition &amp; Preprocessing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986467" y="141514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78700" y="141514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92116" y="1865175"/>
            <a:ext cx="92359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images using drones, inspection vehicles, CCTV cameras, or mobile devices.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high-resolution images under various weather and lighting conditions.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image noise using Gaussian and Median filtering techniques.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image quality through histogram equalization and contrast adjustment.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images for deep learning model compatibility.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augmentation (rotation, flipping, brightness adjustment) to improve model robustness.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and standardized datasets for model training.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107401" y="504625"/>
            <a:ext cx="10035600" cy="8040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02:Crack Detection &amp; Segmentation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4279" y="1892400"/>
            <a:ext cx="82320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YOLOv12 detects cracks and localizes damaged regions in real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identify the exact crack location.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 performs detailed pixel-level segmentation of crack areas.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crack length, width, and affected surface area.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cracks based on severity (Minor, Moderate, Severe).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false detections using confidence thresholds.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highly accurate defect maps for maintenance planning.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1003560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03: Alert &amp; Monitoring System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908618" y="2040838"/>
            <a:ext cx="80390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detected crack information in a centralized database.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maintenance alerts for critical defects.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crack locations on an interactive monitoring dashboard.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GPS coordinates for accurate defect localization.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repairs based on crack severity levels.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inspection records for predictive maintenance.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remote monitoring through cloud-based platforms.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Architecture Diagram 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AutoShape 2" descr="RailVisionNet Railway Crack Detection Architectur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026" y="1419819"/>
            <a:ext cx="8368748" cy="5209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Results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107401" y="1990493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railway cracks with high precision and accuracy.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defect detection from images and videos.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detailed segmentation masks for crack regions.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inspection efforts significantly.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maintenance planning using severity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continuous railway infrastructure monitoring.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railway operational safety.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Output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 descr="Screenshot 2026-09-03 1118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1769110"/>
            <a:ext cx="5817870" cy="4443730"/>
          </a:xfrm>
          <a:prstGeom prst="rect">
            <a:avLst/>
          </a:prstGeom>
        </p:spPr>
      </p:pic>
      <p:pic>
        <p:nvPicPr>
          <p:cNvPr id="5" name="Picture 4" descr="Screenshot 2026-09-03 1118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850" y="1769745"/>
            <a:ext cx="5662295" cy="4443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Conclusion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93984" y="1681732"/>
            <a:ext cx="85600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solution for railway crack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YOLOv12 enables fast and accurate real-time defect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 improves crack localization through precise segmentation.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support timely maintenance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monitoring enhances railway infrastructure reliability.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reduces accidents caused by undetected track defects.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contributes to building safer and smarter railway transportation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 </a:t>
            </a:r>
            <a:endParaRPr sz="44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44769" y="1683029"/>
            <a:ext cx="110049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Zou, Q., Zhang, Z., Li, Q., et al. (2023). Deep Learning-Based Railway Track Inspection Using Computer Vision. IEEE Access.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Y., Wang, H., &amp; Chen, X. (2024). Rail Surface Defect Detection Using YOLO-Based Deep Neural Networks. Expert Systems with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Intelligent Transportation Systems (2023). Automated Railway Track Defect Detection Using Deep Learning.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 Sensors (2024). Computer Vision-Based Crack Detection for Smart Railway Infrastructure.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Rail (UK) – AI Track Inspection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(2023–2024).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Railways – Artificial Intelligence for Track Inspection &amp; Predictive Maintenance (2024–2025).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Deutsche Bahn (Germany) – AI-Powered Railway Infrastructure Monitoring (2023–2024).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6146</Words>
  <Application>WPS Presentation</Application>
  <PresentationFormat>Widescreen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Times New Roman</vt:lpstr>
      <vt:lpstr>Aptos Display</vt:lpstr>
      <vt:lpstr>Segoe UI Variable Display</vt:lpstr>
      <vt:lpstr>Microsoft YaHei</vt:lpstr>
      <vt:lpstr>Arial Unicode MS</vt:lpstr>
      <vt:lpstr>Aptos</vt:lpstr>
      <vt:lpstr>Segoe UI</vt:lpstr>
      <vt:lpstr>Office Theme</vt:lpstr>
      <vt:lpstr>RailVisionNet : Smart Railway Track Crack Detection Using Computer Vision,YOLOv12,U-Net++ DSA0204 - Computer Vision with OpenCV  </vt:lpstr>
      <vt:lpstr>Introduction</vt:lpstr>
      <vt:lpstr>Literature survey</vt:lpstr>
      <vt:lpstr>Problem statement</vt:lpstr>
      <vt:lpstr>PowerPoint 演示文稿</vt:lpstr>
      <vt:lpstr>Module 01:Railway Track Image Acquisition &amp; Preprocessing</vt:lpstr>
      <vt:lpstr>Module 02:Crack Detection &amp; Segmentation</vt:lpstr>
      <vt:lpstr>Module 03: Alert &amp; Monitoring System</vt:lpstr>
      <vt:lpstr>Architecture Diagram </vt:lpstr>
      <vt:lpstr>Results</vt:lpstr>
      <vt:lpstr>Output</vt:lpstr>
      <vt:lpstr>Conclusion</vt:lpstr>
      <vt:lpstr>References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vsvar</cp:lastModifiedBy>
  <cp:revision>4</cp:revision>
  <dcterms:created xsi:type="dcterms:W3CDTF">2026-07-26T10:45:00Z</dcterms:created>
  <dcterms:modified xsi:type="dcterms:W3CDTF">2026-09-03T12:40:04Z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2090236125DA4C5FA8E7149ED1CB4E00_13</vt:lpwstr>
  </property>
</Properties>
</file>